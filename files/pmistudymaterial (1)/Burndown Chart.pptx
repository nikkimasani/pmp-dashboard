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91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2DC31-3002-232A-FF00-DA4CDA8A00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A28A17-93A3-AA70-783F-915791D87F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DC00B-8485-D15F-A340-B244698A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B6B9-D1D0-48C6-A06B-C48D2AB51CF5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25702-BD68-1B46-572B-E0EDEE925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B1F2B-1150-D0B7-470B-07F043B0E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B8C63-F8A4-49FA-BF4D-C92AE526A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354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CB0FA-B9C4-4320-A00C-F93B94CAA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4D988-3AB0-AE63-6FC3-6C2F593B5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0C7DB-C5A8-EE02-E2E1-738C2926A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B6B9-D1D0-48C6-A06B-C48D2AB51CF5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DE7D2-D9CD-E03B-E9A1-E95FB0626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81E48-21C9-C6BA-C8AF-ECAF53DB3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B8C63-F8A4-49FA-BF4D-C92AE526A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149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B80CD-EE60-00FA-04A4-FB386FF32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0E022-A588-C353-54B2-771842A69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9A357-09AF-4B51-9039-0249280D7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B6B9-D1D0-48C6-A06B-C48D2AB51CF5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9C8C3-9F8B-27B5-E42A-D54DE19DE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BA040-CA3B-6058-D6B8-38EF51527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B8C63-F8A4-49FA-BF4D-C92AE526A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342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3D5AB-0BDC-C24A-FCB4-E7D487283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65BC2-DA89-50A9-027E-5F82CB0C5D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E9BFB0-7144-7DFE-709E-179760BC1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537D62-B9E2-CD12-ABAD-916CBC94F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B6B9-D1D0-48C6-A06B-C48D2AB51CF5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655623-18BD-1FFD-A95E-EA39D566E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A55F86-BD3E-C25A-3D9F-873F3130C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B8C63-F8A4-49FA-BF4D-C92AE526A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872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38AE4-E104-AAED-FA3A-F90064CF9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40083-50B6-B985-B846-A511B6BB5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4D00FC-222F-7EA6-17AE-0E92487C0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EBDAD6-A694-C1B9-9F89-ED50B2774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074D72-4AF1-1887-B453-3BC4D69B1E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A31F04-C1FB-9241-8F02-6FD72A307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B6B9-D1D0-48C6-A06B-C48D2AB51CF5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86070F-D9F6-C0C1-E0FC-9916935B8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5300AB-B8FD-5FD5-EC69-C91A7D41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B8C63-F8A4-49FA-BF4D-C92AE526A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692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C7203-120D-9EA5-130F-C278A9DE4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F6108C-A728-7B08-1CE7-DC24AACCE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B6B9-D1D0-48C6-A06B-C48D2AB51CF5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1D387-2247-633A-B517-5A7F13E9D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1D95B2-4EEF-7700-914A-F42CBADE1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B8C63-F8A4-49FA-BF4D-C92AE526A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781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5309F2-3447-A132-62DC-8464D7E2A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B6B9-D1D0-48C6-A06B-C48D2AB51CF5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88AF0D-6FEF-B608-C5AD-06B832336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5009A-624C-C5A2-4575-9359CE381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B8C63-F8A4-49FA-BF4D-C92AE526A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743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DCCE9-76BD-DA54-CF5D-CB0081EA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3F343-EB5E-27C5-8081-44A7E6D67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4DE6E-FD7A-8B99-8C55-15B867835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A53A9A-6B87-8DED-3B03-0EB2A3C8A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B6B9-D1D0-48C6-A06B-C48D2AB51CF5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5C931A-A7DE-B469-CE19-D3E74E243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25407-B773-14CD-1B8B-39145A41A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B8C63-F8A4-49FA-BF4D-C92AE526A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70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98B6F-12B8-C39D-ED4D-2A2A4C9D2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D457F0-BA55-8971-8A8E-C7E4237591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F892BA-D442-DF67-66AE-81E259C048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A49214-B5CF-A79D-EB30-7CC445EA2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B6B9-D1D0-48C6-A06B-C48D2AB51CF5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B332D3-71A0-490D-C093-39A9F6164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F70DB-C3C5-4E31-229C-0992F693B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B8C63-F8A4-49FA-BF4D-C92AE526A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99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5B4C9-9C9A-606D-6469-1349932FD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747897-8A03-284E-C1FE-59198C4472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9F312-0EA9-8F4F-82CE-4B8D402D0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B6B9-D1D0-48C6-A06B-C48D2AB51CF5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C56A2-CBD4-1A38-B765-908F9797E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BBE79-0782-D208-605C-992D8E26E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B8C63-F8A4-49FA-BF4D-C92AE526A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979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1E8B76-F124-F30A-15B5-9F023EC9A2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30DBB6-DF2F-8687-3F41-C8930236F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29A10-7158-D991-C753-15AC16B5E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B6B9-D1D0-48C6-A06B-C48D2AB51CF5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CD562-29F9-549F-9ACE-B90751B3C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2D47B-5A32-7D18-3D0D-BD2C2AFA0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B8C63-F8A4-49FA-BF4D-C92AE526A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07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DFB943-9FEF-15EC-4EB4-D48BB12A4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72130-CC46-AC5D-1686-A086D41B3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DE081-2A9F-4E29-4D52-07E6F0639C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3AB6B9-D1D0-48C6-A06B-C48D2AB51CF5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26D87-1B30-BC4A-AA97-729FD31296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A913E-09E0-9C32-4DA2-C990F2766E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B8C63-F8A4-49FA-BF4D-C92AE526A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565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8 Components And Uses Of Burndown Charts In Agile Development - eLearning  Industry">
            <a:extLst>
              <a:ext uri="{FF2B5EF4-FFF2-40B4-BE49-F238E27FC236}">
                <a16:creationId xmlns:a16="http://schemas.microsoft.com/office/drawing/2014/main" id="{54B1A4C5-47FE-9A5E-58AD-EFD759261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2588"/>
            <a:ext cx="12192000" cy="6091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95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Ikona</dc:creator>
  <cp:lastModifiedBy>Michael Ikona</cp:lastModifiedBy>
  <cp:revision>1</cp:revision>
  <dcterms:created xsi:type="dcterms:W3CDTF">2022-10-23T18:59:17Z</dcterms:created>
  <dcterms:modified xsi:type="dcterms:W3CDTF">2022-10-23T19:00:24Z</dcterms:modified>
</cp:coreProperties>
</file>
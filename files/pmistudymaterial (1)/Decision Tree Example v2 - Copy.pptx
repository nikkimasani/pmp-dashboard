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68" autoAdjust="0"/>
    <p:restoredTop sz="94660"/>
  </p:normalViewPr>
  <p:slideViewPr>
    <p:cSldViewPr snapToGrid="0">
      <p:cViewPr varScale="1">
        <p:scale>
          <a:sx n="86" d="100"/>
          <a:sy n="86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41C63-B048-4D2C-80E1-93D95C41F8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60072C-9C1B-4557-823E-5FCF90AC4D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8474E-EED7-450F-842E-B77BF2482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01B0D-F4E8-4C92-A43B-03288FE68234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319B-EDCE-4CCC-89FF-FE6208E5F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D6157-1FF4-4ADD-A85F-54061102F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ABEF-158F-4CB7-8106-3DE863B3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071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FC5B4-BFBB-4345-9447-C2B5324F2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D7603-B92B-4810-B8AC-B5D265B7A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2FD21-3B33-419D-ADD7-AC6C8CE23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01B0D-F4E8-4C92-A43B-03288FE68234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F3173-4ECB-4B0D-A8C1-B34B69C02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019FC-0AC3-44F8-8503-C8172AD6B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ABEF-158F-4CB7-8106-3DE863B3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2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5C070-003E-4567-9456-E7FA39D09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94EE9-5CCA-46F8-84D1-454D1E361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E3A78-2004-4808-A446-B3DDF9C3A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01B0D-F4E8-4C92-A43B-03288FE68234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CC217-89DB-4428-8466-2C593A98A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8C353-2038-4461-87DA-75A9CC83C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ABEF-158F-4CB7-8106-3DE863B3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45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44F60-B51F-4EE4-8395-7D8791262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36CED-C626-444A-81E6-4A69BAC4EC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872DC-1D12-4208-A776-BAC8E45428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12857-843E-46CC-B523-FBFB0998D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01B0D-F4E8-4C92-A43B-03288FE68234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CDF8B-E88B-40ED-AAD1-BE02FA4EE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F9C20-2347-49C7-ADDD-B6B219DBD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ABEF-158F-4CB7-8106-3DE863B3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90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C800F-3163-4A5F-9EC9-D4F79AD1C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56BAC-59E7-4751-AD98-FAD27875E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9F1D98-8FD5-42D3-A6A5-82232810E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A2B612-3BDD-44D7-8F98-58306DB3BA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E30915-EB70-460C-8688-8AF5D04810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BD02D1-4FBD-49B0-BBE7-22402A00E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01B0D-F4E8-4C92-A43B-03288FE68234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CA280A-DDD7-4929-BA67-9EE880811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75E542-1AD1-4705-995C-86E3F2ACA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ABEF-158F-4CB7-8106-3DE863B3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46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4B864-02C1-4900-8C5E-71F139474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90C29E-2713-419B-8413-5E62AD26D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01B0D-F4E8-4C92-A43B-03288FE68234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0E5A68-3CED-4BCE-934D-2034B25DA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9E363B-33DC-42EE-B204-C75C3D7A4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ABEF-158F-4CB7-8106-3DE863B3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17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21B55D-BE51-49E8-A3FB-E1AC476EB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01B0D-F4E8-4C92-A43B-03288FE68234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F718A4-AD17-4B5F-8A0C-A29CB3049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DAF40-AC34-4438-9E16-5E6E48C02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ABEF-158F-4CB7-8106-3DE863B3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253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3FC5E-D699-47B2-BE16-071A45967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6C437-E8FE-4D9F-9241-B842D95DC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B19CB-F0DA-49B6-B3DA-D74D05F91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BB563A-8A2C-4343-88FA-BC28160FD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01B0D-F4E8-4C92-A43B-03288FE68234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004049-A16C-4771-9470-D587D3970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FFD0F-A6A5-418A-A809-031B31998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ABEF-158F-4CB7-8106-3DE863B3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866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AF040-B5F5-4439-B52B-48768A8C6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09898B-523B-45B7-8019-EDFBD6B619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7F559F-A1A7-4A18-B053-18514E93F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61E6E-9D79-4CC7-892E-A1B20694B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01B0D-F4E8-4C92-A43B-03288FE68234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7D5184-45AF-4A55-87FB-690F27394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C1FCC3-2941-4BCB-960F-E64AE5A8D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ABEF-158F-4CB7-8106-3DE863B3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085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16F4B-516C-456A-8800-F9DA5CA96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BD8664-BB68-4D9C-959D-9FEB08EFC2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70D33-6180-4F94-8E34-2E90A866A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01B0D-F4E8-4C92-A43B-03288FE68234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C8C15-E352-4914-B547-36EDCF64D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2703A-34A9-4F4C-86FE-F2A78BA9F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ABEF-158F-4CB7-8106-3DE863B3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641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F5FF33-B9B9-4B35-8C85-E92F67631C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AB4491-B661-4BFC-9114-9710AD6559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8B8A0-9A16-4782-A4FF-17D3ECFBA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01B0D-F4E8-4C92-A43B-03288FE68234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57456-6F81-42A8-BDBB-75D608FC2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55FE4-6B93-4072-9269-C177AE5C9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ABEF-158F-4CB7-8106-3DE863B3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936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2F4401-C989-4607-80A7-469EC0338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21B557-9C63-4B2F-A225-FA82CFC8B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4714D-8C96-4694-823A-E59AA0B395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01B0D-F4E8-4C92-A43B-03288FE68234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2B8CE-5C97-4485-B8E9-B72549F138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28622-48C6-469D-A2E7-297CD3157B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0ABEF-158F-4CB7-8106-3DE863B3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48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445B1ED3-A8C3-473A-A450-72E9A8D67780}"/>
              </a:ext>
            </a:extLst>
          </p:cNvPr>
          <p:cNvSpPr/>
          <p:nvPr/>
        </p:nvSpPr>
        <p:spPr>
          <a:xfrm>
            <a:off x="597433" y="683581"/>
            <a:ext cx="10970169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Decision Tree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B86DF7-CB57-4460-8229-1DEE6D74117F}"/>
              </a:ext>
            </a:extLst>
          </p:cNvPr>
          <p:cNvSpPr/>
          <p:nvPr/>
        </p:nvSpPr>
        <p:spPr>
          <a:xfrm>
            <a:off x="449651" y="3320472"/>
            <a:ext cx="1277550" cy="11499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Buy New Production Plant? Or Upgrade?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522EC1-BCEA-422B-BAB3-95605F6A54CB}"/>
              </a:ext>
            </a:extLst>
          </p:cNvPr>
          <p:cNvSpPr txBox="1"/>
          <p:nvPr/>
        </p:nvSpPr>
        <p:spPr>
          <a:xfrm>
            <a:off x="2023712" y="2720415"/>
            <a:ext cx="10695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Cost for</a:t>
            </a:r>
          </a:p>
          <a:p>
            <a:pPr algn="ctr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($30)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0CCCB79-D00C-4028-8026-899595AFBA6A}"/>
              </a:ext>
            </a:extLst>
          </p:cNvPr>
          <p:cNvSpPr txBox="1"/>
          <p:nvPr/>
        </p:nvSpPr>
        <p:spPr>
          <a:xfrm>
            <a:off x="2010888" y="4008734"/>
            <a:ext cx="11208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Cost to </a:t>
            </a:r>
          </a:p>
          <a:p>
            <a:pPr algn="ctr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Upgrade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($70)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7271428-03A0-47A8-8D5C-1B5F647BFE01}"/>
              </a:ext>
            </a:extLst>
          </p:cNvPr>
          <p:cNvCxnSpPr>
            <a:cxnSpLocks/>
          </p:cNvCxnSpPr>
          <p:nvPr/>
        </p:nvCxnSpPr>
        <p:spPr>
          <a:xfrm>
            <a:off x="2156692" y="3895435"/>
            <a:ext cx="80356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8493364-7675-4F20-B6E1-1076D63B6772}"/>
              </a:ext>
            </a:extLst>
          </p:cNvPr>
          <p:cNvCxnSpPr>
            <a:cxnSpLocks/>
          </p:cNvCxnSpPr>
          <p:nvPr/>
        </p:nvCxnSpPr>
        <p:spPr>
          <a:xfrm flipV="1">
            <a:off x="2960255" y="2133600"/>
            <a:ext cx="1639454" cy="176183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55C71F4-3518-4C6D-BE19-BFBABDE57650}"/>
              </a:ext>
            </a:extLst>
          </p:cNvPr>
          <p:cNvCxnSpPr>
            <a:cxnSpLocks/>
          </p:cNvCxnSpPr>
          <p:nvPr/>
        </p:nvCxnSpPr>
        <p:spPr>
          <a:xfrm flipV="1">
            <a:off x="2960255" y="3320472"/>
            <a:ext cx="1639454" cy="57247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FCC50CC-B862-4D87-B796-0E9F257B4196}"/>
              </a:ext>
            </a:extLst>
          </p:cNvPr>
          <p:cNvCxnSpPr>
            <a:cxnSpLocks/>
          </p:cNvCxnSpPr>
          <p:nvPr/>
        </p:nvCxnSpPr>
        <p:spPr>
          <a:xfrm flipV="1">
            <a:off x="3001818" y="2849266"/>
            <a:ext cx="1597891" cy="105291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9145E50-388A-4999-A4F0-8CDAD8453D2C}"/>
              </a:ext>
            </a:extLst>
          </p:cNvPr>
          <p:cNvCxnSpPr>
            <a:cxnSpLocks/>
          </p:cNvCxnSpPr>
          <p:nvPr/>
        </p:nvCxnSpPr>
        <p:spPr>
          <a:xfrm>
            <a:off x="2960255" y="3902178"/>
            <a:ext cx="1639454" cy="341624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5D45B76-DD23-4F62-A808-EC12C4B2B14C}"/>
              </a:ext>
            </a:extLst>
          </p:cNvPr>
          <p:cNvCxnSpPr>
            <a:cxnSpLocks/>
          </p:cNvCxnSpPr>
          <p:nvPr/>
        </p:nvCxnSpPr>
        <p:spPr>
          <a:xfrm>
            <a:off x="2960255" y="3908919"/>
            <a:ext cx="1639454" cy="866189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38245BB-33CE-4BEF-8164-2FAA25D773AB}"/>
              </a:ext>
            </a:extLst>
          </p:cNvPr>
          <p:cNvCxnSpPr>
            <a:cxnSpLocks/>
          </p:cNvCxnSpPr>
          <p:nvPr/>
        </p:nvCxnSpPr>
        <p:spPr>
          <a:xfrm>
            <a:off x="4599709" y="2145144"/>
            <a:ext cx="20781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A007E8E-8CA2-4DCB-9873-5F8B43183C4F}"/>
              </a:ext>
            </a:extLst>
          </p:cNvPr>
          <p:cNvCxnSpPr>
            <a:cxnSpLocks/>
          </p:cNvCxnSpPr>
          <p:nvPr/>
        </p:nvCxnSpPr>
        <p:spPr>
          <a:xfrm>
            <a:off x="4599709" y="2856192"/>
            <a:ext cx="20781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495A82E-A01F-43AD-B6C0-4A01C662684A}"/>
              </a:ext>
            </a:extLst>
          </p:cNvPr>
          <p:cNvCxnSpPr>
            <a:cxnSpLocks/>
          </p:cNvCxnSpPr>
          <p:nvPr/>
        </p:nvCxnSpPr>
        <p:spPr>
          <a:xfrm>
            <a:off x="4599709" y="3318009"/>
            <a:ext cx="20781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218D28A-01ED-403B-BD06-A8BA0766A2D7}"/>
              </a:ext>
            </a:extLst>
          </p:cNvPr>
          <p:cNvCxnSpPr>
            <a:cxnSpLocks/>
          </p:cNvCxnSpPr>
          <p:nvPr/>
        </p:nvCxnSpPr>
        <p:spPr>
          <a:xfrm>
            <a:off x="4599709" y="4243802"/>
            <a:ext cx="2078182" cy="0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BF22545-BD7E-4DFA-80DF-190BDC5B93BB}"/>
              </a:ext>
            </a:extLst>
          </p:cNvPr>
          <p:cNvCxnSpPr>
            <a:cxnSpLocks/>
          </p:cNvCxnSpPr>
          <p:nvPr/>
        </p:nvCxnSpPr>
        <p:spPr>
          <a:xfrm>
            <a:off x="4599709" y="4775108"/>
            <a:ext cx="2078182" cy="0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D4B3C8A3-9820-4A9B-ABE4-0248C092D49B}"/>
              </a:ext>
            </a:extLst>
          </p:cNvPr>
          <p:cNvSpPr txBox="1"/>
          <p:nvPr/>
        </p:nvSpPr>
        <p:spPr>
          <a:xfrm rot="18834379">
            <a:off x="2719045" y="2653426"/>
            <a:ext cx="2235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60% chance of $100K in benefits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7EE95CA-AC90-4FF0-AF8B-9881471AA2C5}"/>
              </a:ext>
            </a:extLst>
          </p:cNvPr>
          <p:cNvSpPr txBox="1"/>
          <p:nvPr/>
        </p:nvSpPr>
        <p:spPr>
          <a:xfrm rot="19477900">
            <a:off x="3130445" y="2810862"/>
            <a:ext cx="2235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25% chance of $70K in benefits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7BFEA9E-B5CA-4DD9-9DAF-BCB64DCB5B24}"/>
              </a:ext>
            </a:extLst>
          </p:cNvPr>
          <p:cNvSpPr txBox="1"/>
          <p:nvPr/>
        </p:nvSpPr>
        <p:spPr>
          <a:xfrm rot="20504975">
            <a:off x="3425070" y="3135226"/>
            <a:ext cx="2235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15% chance of $40K in benefits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8F365FE-047B-4923-A856-15F923BAC6C4}"/>
              </a:ext>
            </a:extLst>
          </p:cNvPr>
          <p:cNvSpPr txBox="1"/>
          <p:nvPr/>
        </p:nvSpPr>
        <p:spPr>
          <a:xfrm rot="698246">
            <a:off x="3075709" y="3935778"/>
            <a:ext cx="2235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80% chance of $140K in benefits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0BAA8B5-09E7-4D8B-A8B2-50CF75D1570B}"/>
              </a:ext>
            </a:extLst>
          </p:cNvPr>
          <p:cNvSpPr txBox="1"/>
          <p:nvPr/>
        </p:nvSpPr>
        <p:spPr>
          <a:xfrm rot="1733146">
            <a:off x="2746743" y="4434910"/>
            <a:ext cx="2235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20% chance of $60K in benefits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C8051BA-7D90-4F71-9F2C-B80C0C3AEFEB}"/>
              </a:ext>
            </a:extLst>
          </p:cNvPr>
          <p:cNvSpPr txBox="1"/>
          <p:nvPr/>
        </p:nvSpPr>
        <p:spPr>
          <a:xfrm>
            <a:off x="4735930" y="1892441"/>
            <a:ext cx="2235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60% x net benefit of $70K = $42K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87CC643-AEBC-4032-9CD7-99959F75E672}"/>
              </a:ext>
            </a:extLst>
          </p:cNvPr>
          <p:cNvSpPr txBox="1"/>
          <p:nvPr/>
        </p:nvSpPr>
        <p:spPr>
          <a:xfrm>
            <a:off x="4733440" y="2571586"/>
            <a:ext cx="2235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25% x net benefit of $40K = $10K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F3F36FA-1C18-4A48-830F-30B0E81861F8}"/>
              </a:ext>
            </a:extLst>
          </p:cNvPr>
          <p:cNvSpPr txBox="1"/>
          <p:nvPr/>
        </p:nvSpPr>
        <p:spPr>
          <a:xfrm>
            <a:off x="4847520" y="3086738"/>
            <a:ext cx="2235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15% x net benefit of $10K = $1.5K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F38DAF2-D99E-4B62-AF04-E6AC91F8A912}"/>
              </a:ext>
            </a:extLst>
          </p:cNvPr>
          <p:cNvSpPr txBox="1"/>
          <p:nvPr/>
        </p:nvSpPr>
        <p:spPr>
          <a:xfrm>
            <a:off x="4837889" y="3984594"/>
            <a:ext cx="2235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80% x net benefit of $70K = $56K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0B2BE37-1EFA-489D-8DCC-B195A26B35E6}"/>
              </a:ext>
            </a:extLst>
          </p:cNvPr>
          <p:cNvSpPr txBox="1"/>
          <p:nvPr/>
        </p:nvSpPr>
        <p:spPr>
          <a:xfrm>
            <a:off x="4837889" y="4528887"/>
            <a:ext cx="2235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20% x net benefit of </a:t>
            </a:r>
            <a:r>
              <a:rPr lang="en-US" sz="1000" dirty="0">
                <a:solidFill>
                  <a:srgbClr val="FF0000"/>
                </a:solidFill>
              </a:rPr>
              <a:t>-$10K </a:t>
            </a:r>
            <a:r>
              <a:rPr lang="en-US" sz="1000" dirty="0"/>
              <a:t>= </a:t>
            </a:r>
            <a:r>
              <a:rPr lang="en-US" sz="1000" dirty="0">
                <a:solidFill>
                  <a:srgbClr val="FF0000"/>
                </a:solidFill>
              </a:rPr>
              <a:t>-$2K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3E77114-9B2B-44CA-A7CC-699E0A317436}"/>
              </a:ext>
            </a:extLst>
          </p:cNvPr>
          <p:cNvSpPr txBox="1"/>
          <p:nvPr/>
        </p:nvSpPr>
        <p:spPr>
          <a:xfrm>
            <a:off x="7129531" y="4315894"/>
            <a:ext cx="3781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Monetary Value = $54K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D7E90ED-4A93-45B1-9D72-84F9CF434513}"/>
              </a:ext>
            </a:extLst>
          </p:cNvPr>
          <p:cNvSpPr txBox="1"/>
          <p:nvPr/>
        </p:nvSpPr>
        <p:spPr>
          <a:xfrm>
            <a:off x="7082720" y="2448475"/>
            <a:ext cx="3974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Monetary Value = $53.5K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8CE891F-8D58-405E-9E1E-38FEEA2EC97A}"/>
              </a:ext>
            </a:extLst>
          </p:cNvPr>
          <p:cNvSpPr txBox="1"/>
          <p:nvPr/>
        </p:nvSpPr>
        <p:spPr>
          <a:xfrm>
            <a:off x="2621864" y="5955998"/>
            <a:ext cx="686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 should upgrade plant because $54K is larger than $53.5K</a:t>
            </a:r>
          </a:p>
        </p:txBody>
      </p:sp>
    </p:spTree>
    <p:extLst>
      <p:ext uri="{BB962C8B-B14F-4D97-AF65-F5344CB8AC3E}">
        <p14:creationId xmlns:p14="http://schemas.microsoft.com/office/powerpoint/2010/main" val="1739962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2" grpId="0"/>
      <p:bldP spid="73" grpId="0"/>
      <p:bldP spid="74" grpId="0"/>
      <p:bldP spid="75" grpId="0"/>
      <p:bldP spid="76" grpId="0"/>
      <p:bldP spid="78" grpId="0"/>
      <p:bldP spid="79" grpId="0"/>
      <p:bldP spid="80" grpId="0"/>
      <p:bldP spid="81" grpId="0"/>
      <p:bldP spid="82" grpId="0"/>
      <p:bldP spid="83" grpId="0"/>
      <p:bldP spid="8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142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Ikona</dc:creator>
  <cp:lastModifiedBy>Michael Ikona</cp:lastModifiedBy>
  <cp:revision>20</cp:revision>
  <dcterms:created xsi:type="dcterms:W3CDTF">2021-02-16T02:31:04Z</dcterms:created>
  <dcterms:modified xsi:type="dcterms:W3CDTF">2021-04-06T20:06:11Z</dcterms:modified>
</cp:coreProperties>
</file>
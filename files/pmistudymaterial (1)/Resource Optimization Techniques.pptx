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1D7E-B443-4532-8E55-BDA301323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4D618-0023-4DFE-B0C3-6C6555E48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A3F3-2F79-42C4-BD7A-34A02FBB2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3B3F3-8119-420C-9930-06E4E6EB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584B-005C-41A0-AB52-FD568101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0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A915-3EF1-449D-BDCC-BEF11CAC3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20587-6009-41D8-AA22-EC974921C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4FF1A-B8F7-4782-B92D-0A7817A1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A93B-996D-491F-80AB-DC86C060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0842C-557D-4254-BFF4-B278851E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8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4C20-0904-42B3-B014-924B9887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60A5F-5E5D-4188-A476-5A17AF8A5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77D00-A399-4A83-8CEC-17A112370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9F93D-CC88-4F96-83DD-F6B54105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172EE-C18F-4790-A5E0-C0C4F1E0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6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ACF6-6B7B-4E79-8543-B8C7A843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76BD6-B826-4E4D-B7F4-B12F64C4E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3E309-1FA1-4965-AA45-7D3D09191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D8404-FF7A-460A-ACEE-2982DA5B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2AC72-311D-4D22-994D-24EEA768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7C4FB-A953-488B-9890-10242F7E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7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E5B2-B031-4E71-8740-01504943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131E-F822-4DEE-8EF7-C2C8B0D80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92B49-8E60-4691-A6E5-E9107AAE3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41056-FB83-4584-8C81-A9C5FA839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12D4-2837-4978-875B-BB096AF6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D149F-F5B8-4B8C-B77C-96998CC8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7FE79-C9C0-4592-A5D1-31A8D5F4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0F48D-2682-4C63-A6DF-010B4A3F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5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F0B2-4894-4A48-9EBD-0AAA42C3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8A46A-62DD-41D6-8D41-C1DE3699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84C12-B323-45E6-8227-D87BD7A0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31761-9334-4B4D-986D-C75DB063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3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9DEE0-15CD-4136-8354-76467E52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443A1-00CF-4285-AFF6-98FD69FA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63EC6-F8FE-4065-BE16-4E4B853C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F5C8-0EE6-4648-A613-069023CC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A897A-E5D1-417C-B25B-3561EBA25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1D189-562B-44E9-A665-8CC2E58B3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D328B-3702-48D6-8CF9-0AA46EB4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404BF-89E2-4759-A9BA-E87F8FC3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8C9EE-18C2-4F1C-9C1B-86F6D219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7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20AE-0D63-40EF-8EB2-F55FC288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D1AE8-D22B-4199-8414-B5F928921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2CC4C-D05C-4D2D-B835-DD4BD91F1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DDCB8-2147-4354-B783-DFB7CA31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F6600-0D24-4E64-9CD0-CBCFF310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84CCC-0BA0-434F-B7CA-511E1EB9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BB1A-C334-4A94-9EFA-4E54EB41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02AEB-01ED-4BE5-BCD2-75118FDD9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A312B-C0C0-46A8-B871-677C6100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8C635-6E2D-4178-8452-3D15ED3F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41492-226A-4C5B-B32B-7F65BE70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B4F04-4C21-49E4-9DF5-B9A5884AA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3573D-32B8-4132-9DA3-888AC9359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E80C-D9D3-4681-B230-C6D333BC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4487B-F026-4583-BB57-6C83CBC7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20F72-7FD1-45BE-9F15-54FAE079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3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053C8-6694-4AE3-95E6-6106555A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412AD-7866-472A-9C5A-F3455CBC4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03BE-F339-4381-B8E9-1E58D8DFB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D481F-ACF9-4071-9C1E-05300B22C5E6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28296-34FB-42B0-9B4A-EB7E780A1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9921B-2914-4E58-9FDE-78BBC8685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C7EE3-4037-4A14-B6A1-408183FA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8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D02720-6DF1-44C3-BE9E-54056CC8E6FA}"/>
              </a:ext>
            </a:extLst>
          </p:cNvPr>
          <p:cNvSpPr/>
          <p:nvPr/>
        </p:nvSpPr>
        <p:spPr>
          <a:xfrm>
            <a:off x="498695" y="795129"/>
            <a:ext cx="11196360" cy="5852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0DA7C-F926-403B-80F8-5A597C9C0E84}"/>
              </a:ext>
            </a:extLst>
          </p:cNvPr>
          <p:cNvSpPr/>
          <p:nvPr/>
        </p:nvSpPr>
        <p:spPr>
          <a:xfrm>
            <a:off x="603076" y="1886292"/>
            <a:ext cx="1620040" cy="416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38EF-8628-4750-B7A0-16409A304B88}"/>
              </a:ext>
            </a:extLst>
          </p:cNvPr>
          <p:cNvSpPr/>
          <p:nvPr/>
        </p:nvSpPr>
        <p:spPr>
          <a:xfrm>
            <a:off x="2388756" y="1126435"/>
            <a:ext cx="1620040" cy="494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44AE8-AF34-4048-ADB8-E41C714B059F}"/>
              </a:ext>
            </a:extLst>
          </p:cNvPr>
          <p:cNvSpPr/>
          <p:nvPr/>
        </p:nvSpPr>
        <p:spPr>
          <a:xfrm>
            <a:off x="4171170" y="2557668"/>
            <a:ext cx="1620040" cy="351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A4E6D-D3FE-4DF1-B0EE-404A027A6963}"/>
              </a:ext>
            </a:extLst>
          </p:cNvPr>
          <p:cNvSpPr/>
          <p:nvPr/>
        </p:nvSpPr>
        <p:spPr>
          <a:xfrm>
            <a:off x="5953588" y="3352799"/>
            <a:ext cx="1620040" cy="2729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8A58A-17BF-4318-8B6A-9AB525055CB0}"/>
              </a:ext>
            </a:extLst>
          </p:cNvPr>
          <p:cNvSpPr/>
          <p:nvPr/>
        </p:nvSpPr>
        <p:spPr>
          <a:xfrm>
            <a:off x="7722750" y="4174433"/>
            <a:ext cx="1620040" cy="19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C75E6-4C4E-4A40-A2F4-BBAA09B87F80}"/>
              </a:ext>
            </a:extLst>
          </p:cNvPr>
          <p:cNvSpPr txBox="1"/>
          <p:nvPr/>
        </p:nvSpPr>
        <p:spPr>
          <a:xfrm>
            <a:off x="3402358" y="210355"/>
            <a:ext cx="591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Resource Optimization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A0D55-1CC0-4C27-AD2D-084CE8E753A0}"/>
              </a:ext>
            </a:extLst>
          </p:cNvPr>
          <p:cNvSpPr txBox="1"/>
          <p:nvPr/>
        </p:nvSpPr>
        <p:spPr>
          <a:xfrm>
            <a:off x="1220939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B7F95-7BCA-4A59-AA4E-E230B1F3BB11}"/>
              </a:ext>
            </a:extLst>
          </p:cNvPr>
          <p:cNvSpPr txBox="1"/>
          <p:nvPr/>
        </p:nvSpPr>
        <p:spPr>
          <a:xfrm>
            <a:off x="3026410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B8521-B8B8-4657-90E2-69C5FBAE79E1}"/>
              </a:ext>
            </a:extLst>
          </p:cNvPr>
          <p:cNvSpPr txBox="1"/>
          <p:nvPr/>
        </p:nvSpPr>
        <p:spPr>
          <a:xfrm>
            <a:off x="4831881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8E3F-6DCD-4DE0-BD1C-ABE571971754}"/>
              </a:ext>
            </a:extLst>
          </p:cNvPr>
          <p:cNvSpPr txBox="1"/>
          <p:nvPr/>
        </p:nvSpPr>
        <p:spPr>
          <a:xfrm>
            <a:off x="6637352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FA8B-F47D-4510-918B-331FAE3C2D55}"/>
              </a:ext>
            </a:extLst>
          </p:cNvPr>
          <p:cNvSpPr txBox="1"/>
          <p:nvPr/>
        </p:nvSpPr>
        <p:spPr>
          <a:xfrm>
            <a:off x="844282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40615-D235-4B43-9A7C-7F9F2E1185DF}"/>
              </a:ext>
            </a:extLst>
          </p:cNvPr>
          <p:cNvSpPr txBox="1"/>
          <p:nvPr/>
        </p:nvSpPr>
        <p:spPr>
          <a:xfrm>
            <a:off x="5917108" y="917210"/>
            <a:ext cx="5777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A</a:t>
            </a:r>
          </a:p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Days – Critical Path Activity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0F322-1003-43B5-8C4E-B843D7F90851}"/>
              </a:ext>
            </a:extLst>
          </p:cNvPr>
          <p:cNvSpPr txBox="1"/>
          <p:nvPr/>
        </p:nvSpPr>
        <p:spPr>
          <a:xfrm>
            <a:off x="7800358" y="3523399"/>
            <a:ext cx="1464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Holiday Party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@ 12PM</a:t>
            </a:r>
          </a:p>
        </p:txBody>
      </p:sp>
    </p:spTree>
    <p:extLst>
      <p:ext uri="{BB962C8B-B14F-4D97-AF65-F5344CB8AC3E}">
        <p14:creationId xmlns:p14="http://schemas.microsoft.com/office/powerpoint/2010/main" val="412601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D02720-6DF1-44C3-BE9E-54056CC8E6FA}"/>
              </a:ext>
            </a:extLst>
          </p:cNvPr>
          <p:cNvSpPr/>
          <p:nvPr/>
        </p:nvSpPr>
        <p:spPr>
          <a:xfrm>
            <a:off x="498694" y="795129"/>
            <a:ext cx="11269235" cy="5852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0DA7C-F926-403B-80F8-5A597C9C0E84}"/>
              </a:ext>
            </a:extLst>
          </p:cNvPr>
          <p:cNvSpPr/>
          <p:nvPr/>
        </p:nvSpPr>
        <p:spPr>
          <a:xfrm>
            <a:off x="603076" y="1886292"/>
            <a:ext cx="1620040" cy="416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38EF-8628-4750-B7A0-16409A304B88}"/>
              </a:ext>
            </a:extLst>
          </p:cNvPr>
          <p:cNvSpPr/>
          <p:nvPr/>
        </p:nvSpPr>
        <p:spPr>
          <a:xfrm>
            <a:off x="2388756" y="1126435"/>
            <a:ext cx="1620040" cy="494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44AE8-AF34-4048-ADB8-E41C714B059F}"/>
              </a:ext>
            </a:extLst>
          </p:cNvPr>
          <p:cNvSpPr/>
          <p:nvPr/>
        </p:nvSpPr>
        <p:spPr>
          <a:xfrm>
            <a:off x="4171170" y="2557668"/>
            <a:ext cx="1620040" cy="351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A4E6D-D3FE-4DF1-B0EE-404A027A6963}"/>
              </a:ext>
            </a:extLst>
          </p:cNvPr>
          <p:cNvSpPr/>
          <p:nvPr/>
        </p:nvSpPr>
        <p:spPr>
          <a:xfrm>
            <a:off x="5953588" y="3352799"/>
            <a:ext cx="1620040" cy="2729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8A58A-17BF-4318-8B6A-9AB525055CB0}"/>
              </a:ext>
            </a:extLst>
          </p:cNvPr>
          <p:cNvSpPr/>
          <p:nvPr/>
        </p:nvSpPr>
        <p:spPr>
          <a:xfrm>
            <a:off x="7722750" y="4174433"/>
            <a:ext cx="1620040" cy="19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C75E6-4C4E-4A40-A2F4-BBAA09B87F80}"/>
              </a:ext>
            </a:extLst>
          </p:cNvPr>
          <p:cNvSpPr txBox="1"/>
          <p:nvPr/>
        </p:nvSpPr>
        <p:spPr>
          <a:xfrm>
            <a:off x="3402358" y="210355"/>
            <a:ext cx="325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Resource Leveling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A0D55-1CC0-4C27-AD2D-084CE8E753A0}"/>
              </a:ext>
            </a:extLst>
          </p:cNvPr>
          <p:cNvSpPr txBox="1"/>
          <p:nvPr/>
        </p:nvSpPr>
        <p:spPr>
          <a:xfrm>
            <a:off x="1220939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B7F95-7BCA-4A59-AA4E-E230B1F3BB11}"/>
              </a:ext>
            </a:extLst>
          </p:cNvPr>
          <p:cNvSpPr txBox="1"/>
          <p:nvPr/>
        </p:nvSpPr>
        <p:spPr>
          <a:xfrm>
            <a:off x="3026410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B8521-B8B8-4657-90E2-69C5FBAE79E1}"/>
              </a:ext>
            </a:extLst>
          </p:cNvPr>
          <p:cNvSpPr txBox="1"/>
          <p:nvPr/>
        </p:nvSpPr>
        <p:spPr>
          <a:xfrm>
            <a:off x="4831881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8E3F-6DCD-4DE0-BD1C-ABE571971754}"/>
              </a:ext>
            </a:extLst>
          </p:cNvPr>
          <p:cNvSpPr txBox="1"/>
          <p:nvPr/>
        </p:nvSpPr>
        <p:spPr>
          <a:xfrm>
            <a:off x="6637352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FA8B-F47D-4510-918B-331FAE3C2D55}"/>
              </a:ext>
            </a:extLst>
          </p:cNvPr>
          <p:cNvSpPr txBox="1"/>
          <p:nvPr/>
        </p:nvSpPr>
        <p:spPr>
          <a:xfrm>
            <a:off x="844282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40615-D235-4B43-9A7C-7F9F2E1185DF}"/>
              </a:ext>
            </a:extLst>
          </p:cNvPr>
          <p:cNvSpPr txBox="1"/>
          <p:nvPr/>
        </p:nvSpPr>
        <p:spPr>
          <a:xfrm>
            <a:off x="5916995" y="916170"/>
            <a:ext cx="5776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A</a:t>
            </a:r>
          </a:p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Days – Critical Path Activity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4E2F271D-976A-4ABE-84DF-BC32CBDC94C6}"/>
              </a:ext>
            </a:extLst>
          </p:cNvPr>
          <p:cNvSpPr/>
          <p:nvPr/>
        </p:nvSpPr>
        <p:spPr>
          <a:xfrm>
            <a:off x="1220939" y="2551043"/>
            <a:ext cx="6120765" cy="970816"/>
          </a:xfrm>
          <a:prstGeom prst="curvedDownArrow">
            <a:avLst>
              <a:gd name="adj1" fmla="val 41125"/>
              <a:gd name="adj2" fmla="val 98159"/>
              <a:gd name="adj3" fmla="val 25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F7B73487-9DAF-4F89-8AD3-C74BB3F2D3B7}"/>
              </a:ext>
            </a:extLst>
          </p:cNvPr>
          <p:cNvSpPr/>
          <p:nvPr/>
        </p:nvSpPr>
        <p:spPr>
          <a:xfrm>
            <a:off x="2898940" y="4860769"/>
            <a:ext cx="8232886" cy="970816"/>
          </a:xfrm>
          <a:prstGeom prst="curvedDownArrow">
            <a:avLst>
              <a:gd name="adj1" fmla="val 41125"/>
              <a:gd name="adj2" fmla="val 98159"/>
              <a:gd name="adj3" fmla="val 25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CE549-C532-464D-B50C-409018BDB45B}"/>
              </a:ext>
            </a:extLst>
          </p:cNvPr>
          <p:cNvSpPr txBox="1"/>
          <p:nvPr/>
        </p:nvSpPr>
        <p:spPr>
          <a:xfrm>
            <a:off x="7800358" y="3523399"/>
            <a:ext cx="1464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Holiday Party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@ 12PM</a:t>
            </a:r>
          </a:p>
        </p:txBody>
      </p:sp>
    </p:spTree>
    <p:extLst>
      <p:ext uri="{BB962C8B-B14F-4D97-AF65-F5344CB8AC3E}">
        <p14:creationId xmlns:p14="http://schemas.microsoft.com/office/powerpoint/2010/main" val="876143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D02720-6DF1-44C3-BE9E-54056CC8E6FA}"/>
              </a:ext>
            </a:extLst>
          </p:cNvPr>
          <p:cNvSpPr/>
          <p:nvPr/>
        </p:nvSpPr>
        <p:spPr>
          <a:xfrm>
            <a:off x="498694" y="795129"/>
            <a:ext cx="11269235" cy="5852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0DA7C-F926-403B-80F8-5A597C9C0E84}"/>
              </a:ext>
            </a:extLst>
          </p:cNvPr>
          <p:cNvSpPr/>
          <p:nvPr/>
        </p:nvSpPr>
        <p:spPr>
          <a:xfrm>
            <a:off x="603076" y="2557668"/>
            <a:ext cx="1620040" cy="3498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38EF-8628-4750-B7A0-16409A304B88}"/>
              </a:ext>
            </a:extLst>
          </p:cNvPr>
          <p:cNvSpPr/>
          <p:nvPr/>
        </p:nvSpPr>
        <p:spPr>
          <a:xfrm>
            <a:off x="2388756" y="2557668"/>
            <a:ext cx="1620040" cy="3511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44AE8-AF34-4048-ADB8-E41C714B059F}"/>
              </a:ext>
            </a:extLst>
          </p:cNvPr>
          <p:cNvSpPr/>
          <p:nvPr/>
        </p:nvSpPr>
        <p:spPr>
          <a:xfrm>
            <a:off x="4171170" y="2557668"/>
            <a:ext cx="1620040" cy="351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A4E6D-D3FE-4DF1-B0EE-404A027A6963}"/>
              </a:ext>
            </a:extLst>
          </p:cNvPr>
          <p:cNvSpPr/>
          <p:nvPr/>
        </p:nvSpPr>
        <p:spPr>
          <a:xfrm>
            <a:off x="5953588" y="2557668"/>
            <a:ext cx="1620040" cy="35250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8A58A-17BF-4318-8B6A-9AB525055CB0}"/>
              </a:ext>
            </a:extLst>
          </p:cNvPr>
          <p:cNvSpPr/>
          <p:nvPr/>
        </p:nvSpPr>
        <p:spPr>
          <a:xfrm>
            <a:off x="7722750" y="4174433"/>
            <a:ext cx="1620040" cy="19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C75E6-4C4E-4A40-A2F4-BBAA09B87F80}"/>
              </a:ext>
            </a:extLst>
          </p:cNvPr>
          <p:cNvSpPr txBox="1"/>
          <p:nvPr/>
        </p:nvSpPr>
        <p:spPr>
          <a:xfrm>
            <a:off x="3402358" y="210355"/>
            <a:ext cx="325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Resource Leveling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A0D55-1CC0-4C27-AD2D-084CE8E753A0}"/>
              </a:ext>
            </a:extLst>
          </p:cNvPr>
          <p:cNvSpPr txBox="1"/>
          <p:nvPr/>
        </p:nvSpPr>
        <p:spPr>
          <a:xfrm>
            <a:off x="1220939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B7F95-7BCA-4A59-AA4E-E230B1F3BB11}"/>
              </a:ext>
            </a:extLst>
          </p:cNvPr>
          <p:cNvSpPr txBox="1"/>
          <p:nvPr/>
        </p:nvSpPr>
        <p:spPr>
          <a:xfrm>
            <a:off x="3026410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B8521-B8B8-4657-90E2-69C5FBAE79E1}"/>
              </a:ext>
            </a:extLst>
          </p:cNvPr>
          <p:cNvSpPr txBox="1"/>
          <p:nvPr/>
        </p:nvSpPr>
        <p:spPr>
          <a:xfrm>
            <a:off x="4831881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8E3F-6DCD-4DE0-BD1C-ABE571971754}"/>
              </a:ext>
            </a:extLst>
          </p:cNvPr>
          <p:cNvSpPr txBox="1"/>
          <p:nvPr/>
        </p:nvSpPr>
        <p:spPr>
          <a:xfrm>
            <a:off x="6637352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FA8B-F47D-4510-918B-331FAE3C2D55}"/>
              </a:ext>
            </a:extLst>
          </p:cNvPr>
          <p:cNvSpPr txBox="1"/>
          <p:nvPr/>
        </p:nvSpPr>
        <p:spPr>
          <a:xfrm>
            <a:off x="844282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573647-9343-4E12-8BC8-C2AE73E4571A}"/>
              </a:ext>
            </a:extLst>
          </p:cNvPr>
          <p:cNvSpPr/>
          <p:nvPr/>
        </p:nvSpPr>
        <p:spPr>
          <a:xfrm>
            <a:off x="9508350" y="4174433"/>
            <a:ext cx="1620040" cy="19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5DD9FF-4083-4A0F-8942-08FCB0A2B9B3}"/>
              </a:ext>
            </a:extLst>
          </p:cNvPr>
          <p:cNvSpPr txBox="1"/>
          <p:nvPr/>
        </p:nvSpPr>
        <p:spPr>
          <a:xfrm>
            <a:off x="1012621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36EF08-6F4A-4802-BDF9-4C100BC5BD39}"/>
              </a:ext>
            </a:extLst>
          </p:cNvPr>
          <p:cNvSpPr txBox="1"/>
          <p:nvPr/>
        </p:nvSpPr>
        <p:spPr>
          <a:xfrm>
            <a:off x="7800358" y="3523399"/>
            <a:ext cx="1464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Holiday Party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@ 12PM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714505-551A-4D1B-B764-62F28BBF4CAC}"/>
              </a:ext>
            </a:extLst>
          </p:cNvPr>
          <p:cNvSpPr txBox="1"/>
          <p:nvPr/>
        </p:nvSpPr>
        <p:spPr>
          <a:xfrm>
            <a:off x="5916995" y="916170"/>
            <a:ext cx="5776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A</a:t>
            </a:r>
          </a:p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Days – Critical Path Activity</a:t>
            </a:r>
          </a:p>
        </p:txBody>
      </p:sp>
    </p:spTree>
    <p:extLst>
      <p:ext uri="{BB962C8B-B14F-4D97-AF65-F5344CB8AC3E}">
        <p14:creationId xmlns:p14="http://schemas.microsoft.com/office/powerpoint/2010/main" val="228935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D02720-6DF1-44C3-BE9E-54056CC8E6FA}"/>
              </a:ext>
            </a:extLst>
          </p:cNvPr>
          <p:cNvSpPr/>
          <p:nvPr/>
        </p:nvSpPr>
        <p:spPr>
          <a:xfrm>
            <a:off x="498694" y="795129"/>
            <a:ext cx="11090229" cy="5852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0DA7C-F926-403B-80F8-5A597C9C0E84}"/>
              </a:ext>
            </a:extLst>
          </p:cNvPr>
          <p:cNvSpPr/>
          <p:nvPr/>
        </p:nvSpPr>
        <p:spPr>
          <a:xfrm>
            <a:off x="603076" y="1886292"/>
            <a:ext cx="1620040" cy="416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38EF-8628-4750-B7A0-16409A304B88}"/>
              </a:ext>
            </a:extLst>
          </p:cNvPr>
          <p:cNvSpPr/>
          <p:nvPr/>
        </p:nvSpPr>
        <p:spPr>
          <a:xfrm>
            <a:off x="2388756" y="1126435"/>
            <a:ext cx="1620040" cy="494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44AE8-AF34-4048-ADB8-E41C714B059F}"/>
              </a:ext>
            </a:extLst>
          </p:cNvPr>
          <p:cNvSpPr/>
          <p:nvPr/>
        </p:nvSpPr>
        <p:spPr>
          <a:xfrm>
            <a:off x="4171170" y="2557668"/>
            <a:ext cx="1620040" cy="351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A4E6D-D3FE-4DF1-B0EE-404A027A6963}"/>
              </a:ext>
            </a:extLst>
          </p:cNvPr>
          <p:cNvSpPr/>
          <p:nvPr/>
        </p:nvSpPr>
        <p:spPr>
          <a:xfrm>
            <a:off x="5953588" y="3352799"/>
            <a:ext cx="1620040" cy="2729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8A58A-17BF-4318-8B6A-9AB525055CB0}"/>
              </a:ext>
            </a:extLst>
          </p:cNvPr>
          <p:cNvSpPr/>
          <p:nvPr/>
        </p:nvSpPr>
        <p:spPr>
          <a:xfrm>
            <a:off x="7722750" y="4174433"/>
            <a:ext cx="1620040" cy="19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C75E6-4C4E-4A40-A2F4-BBAA09B87F80}"/>
              </a:ext>
            </a:extLst>
          </p:cNvPr>
          <p:cNvSpPr txBox="1"/>
          <p:nvPr/>
        </p:nvSpPr>
        <p:spPr>
          <a:xfrm>
            <a:off x="3402358" y="210355"/>
            <a:ext cx="3613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Resource Smoothing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A0D55-1CC0-4C27-AD2D-084CE8E753A0}"/>
              </a:ext>
            </a:extLst>
          </p:cNvPr>
          <p:cNvSpPr txBox="1"/>
          <p:nvPr/>
        </p:nvSpPr>
        <p:spPr>
          <a:xfrm>
            <a:off x="1220939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B7F95-7BCA-4A59-AA4E-E230B1F3BB11}"/>
              </a:ext>
            </a:extLst>
          </p:cNvPr>
          <p:cNvSpPr txBox="1"/>
          <p:nvPr/>
        </p:nvSpPr>
        <p:spPr>
          <a:xfrm>
            <a:off x="3026410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B8521-B8B8-4657-90E2-69C5FBAE79E1}"/>
              </a:ext>
            </a:extLst>
          </p:cNvPr>
          <p:cNvSpPr txBox="1"/>
          <p:nvPr/>
        </p:nvSpPr>
        <p:spPr>
          <a:xfrm>
            <a:off x="4831881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8E3F-6DCD-4DE0-BD1C-ABE571971754}"/>
              </a:ext>
            </a:extLst>
          </p:cNvPr>
          <p:cNvSpPr txBox="1"/>
          <p:nvPr/>
        </p:nvSpPr>
        <p:spPr>
          <a:xfrm>
            <a:off x="6637352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FA8B-F47D-4510-918B-331FAE3C2D55}"/>
              </a:ext>
            </a:extLst>
          </p:cNvPr>
          <p:cNvSpPr txBox="1"/>
          <p:nvPr/>
        </p:nvSpPr>
        <p:spPr>
          <a:xfrm>
            <a:off x="844282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2E57F-00EA-4C76-AEBA-4D69B84B1234}"/>
              </a:ext>
            </a:extLst>
          </p:cNvPr>
          <p:cNvSpPr txBox="1"/>
          <p:nvPr/>
        </p:nvSpPr>
        <p:spPr>
          <a:xfrm>
            <a:off x="5916995" y="927272"/>
            <a:ext cx="5776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A</a:t>
            </a:r>
          </a:p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Days – Critical Path Activity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D3753-A7EE-44B5-9C13-C98144461DE4}"/>
              </a:ext>
            </a:extLst>
          </p:cNvPr>
          <p:cNvSpPr txBox="1"/>
          <p:nvPr/>
        </p:nvSpPr>
        <p:spPr>
          <a:xfrm>
            <a:off x="7800358" y="3523399"/>
            <a:ext cx="1464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Holiday Party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@ 12PM</a:t>
            </a:r>
          </a:p>
        </p:txBody>
      </p:sp>
    </p:spTree>
    <p:extLst>
      <p:ext uri="{BB962C8B-B14F-4D97-AF65-F5344CB8AC3E}">
        <p14:creationId xmlns:p14="http://schemas.microsoft.com/office/powerpoint/2010/main" val="313124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D02720-6DF1-44C3-BE9E-54056CC8E6FA}"/>
              </a:ext>
            </a:extLst>
          </p:cNvPr>
          <p:cNvSpPr/>
          <p:nvPr/>
        </p:nvSpPr>
        <p:spPr>
          <a:xfrm>
            <a:off x="498694" y="795129"/>
            <a:ext cx="11269235" cy="5852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0DA7C-F926-403B-80F8-5A597C9C0E84}"/>
              </a:ext>
            </a:extLst>
          </p:cNvPr>
          <p:cNvSpPr/>
          <p:nvPr/>
        </p:nvSpPr>
        <p:spPr>
          <a:xfrm>
            <a:off x="603076" y="1886292"/>
            <a:ext cx="1620040" cy="416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38EF-8628-4750-B7A0-16409A304B88}"/>
              </a:ext>
            </a:extLst>
          </p:cNvPr>
          <p:cNvSpPr/>
          <p:nvPr/>
        </p:nvSpPr>
        <p:spPr>
          <a:xfrm>
            <a:off x="2388756" y="1126435"/>
            <a:ext cx="1620040" cy="494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44AE8-AF34-4048-ADB8-E41C714B059F}"/>
              </a:ext>
            </a:extLst>
          </p:cNvPr>
          <p:cNvSpPr/>
          <p:nvPr/>
        </p:nvSpPr>
        <p:spPr>
          <a:xfrm>
            <a:off x="4171170" y="2557668"/>
            <a:ext cx="1620040" cy="351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A4E6D-D3FE-4DF1-B0EE-404A027A6963}"/>
              </a:ext>
            </a:extLst>
          </p:cNvPr>
          <p:cNvSpPr/>
          <p:nvPr/>
        </p:nvSpPr>
        <p:spPr>
          <a:xfrm>
            <a:off x="5953588" y="3352799"/>
            <a:ext cx="1620040" cy="2729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8A58A-17BF-4318-8B6A-9AB525055CB0}"/>
              </a:ext>
            </a:extLst>
          </p:cNvPr>
          <p:cNvSpPr/>
          <p:nvPr/>
        </p:nvSpPr>
        <p:spPr>
          <a:xfrm>
            <a:off x="7722750" y="4174433"/>
            <a:ext cx="1620040" cy="1914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C75E6-4C4E-4A40-A2F4-BBAA09B87F80}"/>
              </a:ext>
            </a:extLst>
          </p:cNvPr>
          <p:cNvSpPr txBox="1"/>
          <p:nvPr/>
        </p:nvSpPr>
        <p:spPr>
          <a:xfrm>
            <a:off x="3402358" y="210355"/>
            <a:ext cx="3613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Resource Smoothing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A0D55-1CC0-4C27-AD2D-084CE8E753A0}"/>
              </a:ext>
            </a:extLst>
          </p:cNvPr>
          <p:cNvSpPr txBox="1"/>
          <p:nvPr/>
        </p:nvSpPr>
        <p:spPr>
          <a:xfrm>
            <a:off x="1220939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B7F95-7BCA-4A59-AA4E-E230B1F3BB11}"/>
              </a:ext>
            </a:extLst>
          </p:cNvPr>
          <p:cNvSpPr txBox="1"/>
          <p:nvPr/>
        </p:nvSpPr>
        <p:spPr>
          <a:xfrm>
            <a:off x="3026410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B8521-B8B8-4657-90E2-69C5FBAE79E1}"/>
              </a:ext>
            </a:extLst>
          </p:cNvPr>
          <p:cNvSpPr txBox="1"/>
          <p:nvPr/>
        </p:nvSpPr>
        <p:spPr>
          <a:xfrm>
            <a:off x="4831881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8E3F-6DCD-4DE0-BD1C-ABE571971754}"/>
              </a:ext>
            </a:extLst>
          </p:cNvPr>
          <p:cNvSpPr txBox="1"/>
          <p:nvPr/>
        </p:nvSpPr>
        <p:spPr>
          <a:xfrm>
            <a:off x="6637352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FA8B-F47D-4510-918B-331FAE3C2D55}"/>
              </a:ext>
            </a:extLst>
          </p:cNvPr>
          <p:cNvSpPr txBox="1"/>
          <p:nvPr/>
        </p:nvSpPr>
        <p:spPr>
          <a:xfrm>
            <a:off x="844282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40615-D235-4B43-9A7C-7F9F2E1185DF}"/>
              </a:ext>
            </a:extLst>
          </p:cNvPr>
          <p:cNvSpPr txBox="1"/>
          <p:nvPr/>
        </p:nvSpPr>
        <p:spPr>
          <a:xfrm>
            <a:off x="5916995" y="927272"/>
            <a:ext cx="5776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A</a:t>
            </a:r>
          </a:p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Days – Critical Path Activity</a:t>
            </a:r>
          </a:p>
        </p:txBody>
      </p:sp>
      <p:sp>
        <p:nvSpPr>
          <p:cNvPr id="2" name="Arrow: Curved Down 1">
            <a:extLst>
              <a:ext uri="{FF2B5EF4-FFF2-40B4-BE49-F238E27FC236}">
                <a16:creationId xmlns:a16="http://schemas.microsoft.com/office/drawing/2014/main" id="{4E2F271D-976A-4ABE-84DF-BC32CBDC94C6}"/>
              </a:ext>
            </a:extLst>
          </p:cNvPr>
          <p:cNvSpPr/>
          <p:nvPr/>
        </p:nvSpPr>
        <p:spPr>
          <a:xfrm>
            <a:off x="1220939" y="2551043"/>
            <a:ext cx="6120765" cy="970816"/>
          </a:xfrm>
          <a:prstGeom prst="curvedDownArrow">
            <a:avLst>
              <a:gd name="adj1" fmla="val 41125"/>
              <a:gd name="adj2" fmla="val 98159"/>
              <a:gd name="adj3" fmla="val 25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F7B73487-9DAF-4F89-8AD3-C74BB3F2D3B7}"/>
              </a:ext>
            </a:extLst>
          </p:cNvPr>
          <p:cNvSpPr/>
          <p:nvPr/>
        </p:nvSpPr>
        <p:spPr>
          <a:xfrm>
            <a:off x="2898940" y="4860769"/>
            <a:ext cx="6120765" cy="970816"/>
          </a:xfrm>
          <a:prstGeom prst="curvedDownArrow">
            <a:avLst>
              <a:gd name="adj1" fmla="val 41125"/>
              <a:gd name="adj2" fmla="val 98159"/>
              <a:gd name="adj3" fmla="val 25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9CE549-C532-464D-B50C-409018BDB45B}"/>
              </a:ext>
            </a:extLst>
          </p:cNvPr>
          <p:cNvSpPr txBox="1"/>
          <p:nvPr/>
        </p:nvSpPr>
        <p:spPr>
          <a:xfrm>
            <a:off x="7800358" y="3523399"/>
            <a:ext cx="1464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Holiday Party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@ 12PM</a:t>
            </a:r>
          </a:p>
        </p:txBody>
      </p:sp>
    </p:spTree>
    <p:extLst>
      <p:ext uri="{BB962C8B-B14F-4D97-AF65-F5344CB8AC3E}">
        <p14:creationId xmlns:p14="http://schemas.microsoft.com/office/powerpoint/2010/main" val="364203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0D02720-6DF1-44C3-BE9E-54056CC8E6FA}"/>
              </a:ext>
            </a:extLst>
          </p:cNvPr>
          <p:cNvSpPr/>
          <p:nvPr/>
        </p:nvSpPr>
        <p:spPr>
          <a:xfrm>
            <a:off x="498694" y="795129"/>
            <a:ext cx="11269235" cy="5852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0DA7C-F926-403B-80F8-5A597C9C0E84}"/>
              </a:ext>
            </a:extLst>
          </p:cNvPr>
          <p:cNvSpPr/>
          <p:nvPr/>
        </p:nvSpPr>
        <p:spPr>
          <a:xfrm>
            <a:off x="603076" y="2557668"/>
            <a:ext cx="1620040" cy="3498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38EF-8628-4750-B7A0-16409A304B88}"/>
              </a:ext>
            </a:extLst>
          </p:cNvPr>
          <p:cNvSpPr/>
          <p:nvPr/>
        </p:nvSpPr>
        <p:spPr>
          <a:xfrm>
            <a:off x="2388756" y="2557668"/>
            <a:ext cx="1620040" cy="3511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344AE8-AF34-4048-ADB8-E41C714B059F}"/>
              </a:ext>
            </a:extLst>
          </p:cNvPr>
          <p:cNvSpPr/>
          <p:nvPr/>
        </p:nvSpPr>
        <p:spPr>
          <a:xfrm>
            <a:off x="4171170" y="2557668"/>
            <a:ext cx="1620040" cy="351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A4E6D-D3FE-4DF1-B0EE-404A027A6963}"/>
              </a:ext>
            </a:extLst>
          </p:cNvPr>
          <p:cNvSpPr/>
          <p:nvPr/>
        </p:nvSpPr>
        <p:spPr>
          <a:xfrm>
            <a:off x="5953588" y="2557668"/>
            <a:ext cx="1620040" cy="35250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8A58A-17BF-4318-8B6A-9AB525055CB0}"/>
              </a:ext>
            </a:extLst>
          </p:cNvPr>
          <p:cNvSpPr/>
          <p:nvPr/>
        </p:nvSpPr>
        <p:spPr>
          <a:xfrm>
            <a:off x="7722750" y="2564293"/>
            <a:ext cx="1620040" cy="35250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C75E6-4C4E-4A40-A2F4-BBAA09B87F80}"/>
              </a:ext>
            </a:extLst>
          </p:cNvPr>
          <p:cNvSpPr txBox="1"/>
          <p:nvPr/>
        </p:nvSpPr>
        <p:spPr>
          <a:xfrm>
            <a:off x="3402358" y="210355"/>
            <a:ext cx="3613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Resource Smoothing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DA0D55-1CC0-4C27-AD2D-084CE8E753A0}"/>
              </a:ext>
            </a:extLst>
          </p:cNvPr>
          <p:cNvSpPr txBox="1"/>
          <p:nvPr/>
        </p:nvSpPr>
        <p:spPr>
          <a:xfrm>
            <a:off x="1220939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B7F95-7BCA-4A59-AA4E-E230B1F3BB11}"/>
              </a:ext>
            </a:extLst>
          </p:cNvPr>
          <p:cNvSpPr txBox="1"/>
          <p:nvPr/>
        </p:nvSpPr>
        <p:spPr>
          <a:xfrm>
            <a:off x="3026410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B8521-B8B8-4657-90E2-69C5FBAE79E1}"/>
              </a:ext>
            </a:extLst>
          </p:cNvPr>
          <p:cNvSpPr txBox="1"/>
          <p:nvPr/>
        </p:nvSpPr>
        <p:spPr>
          <a:xfrm>
            <a:off x="4831881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8E3F-6DCD-4DE0-BD1C-ABE571971754}"/>
              </a:ext>
            </a:extLst>
          </p:cNvPr>
          <p:cNvSpPr txBox="1"/>
          <p:nvPr/>
        </p:nvSpPr>
        <p:spPr>
          <a:xfrm>
            <a:off x="6637352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3FA8B-F47D-4510-918B-331FAE3C2D55}"/>
              </a:ext>
            </a:extLst>
          </p:cNvPr>
          <p:cNvSpPr txBox="1"/>
          <p:nvPr/>
        </p:nvSpPr>
        <p:spPr>
          <a:xfrm>
            <a:off x="8442823" y="6089374"/>
            <a:ext cx="384313" cy="38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36EF08-6F4A-4802-BDF9-4C100BC5BD39}"/>
              </a:ext>
            </a:extLst>
          </p:cNvPr>
          <p:cNvSpPr txBox="1"/>
          <p:nvPr/>
        </p:nvSpPr>
        <p:spPr>
          <a:xfrm>
            <a:off x="7800358" y="3112581"/>
            <a:ext cx="14648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No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Holiday Party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@ 12PM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714505-551A-4D1B-B764-62F28BBF4CAC}"/>
              </a:ext>
            </a:extLst>
          </p:cNvPr>
          <p:cNvSpPr txBox="1"/>
          <p:nvPr/>
        </p:nvSpPr>
        <p:spPr>
          <a:xfrm>
            <a:off x="5916995" y="916170"/>
            <a:ext cx="5776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 A</a:t>
            </a:r>
          </a:p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Days – Critical Path Activity</a:t>
            </a:r>
          </a:p>
        </p:txBody>
      </p:sp>
    </p:spTree>
    <p:extLst>
      <p:ext uri="{BB962C8B-B14F-4D97-AF65-F5344CB8AC3E}">
        <p14:creationId xmlns:p14="http://schemas.microsoft.com/office/powerpoint/2010/main" val="145381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9D37F8-8830-4441-BB7E-DFE0E22831B1}"/>
              </a:ext>
            </a:extLst>
          </p:cNvPr>
          <p:cNvSpPr/>
          <p:nvPr/>
        </p:nvSpPr>
        <p:spPr>
          <a:xfrm>
            <a:off x="2398644" y="1219199"/>
            <a:ext cx="26106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Paint Ceiling</a:t>
            </a:r>
          </a:p>
          <a:p>
            <a:pPr algn="ctr"/>
            <a:r>
              <a:rPr lang="en-US" dirty="0"/>
              <a:t>4 Days</a:t>
            </a:r>
          </a:p>
          <a:p>
            <a:pPr algn="ctr"/>
            <a:r>
              <a:rPr lang="en-US" dirty="0"/>
              <a:t>2 People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84B42-43EE-49CA-94FC-DB719350A7C2}"/>
              </a:ext>
            </a:extLst>
          </p:cNvPr>
          <p:cNvSpPr/>
          <p:nvPr/>
        </p:nvSpPr>
        <p:spPr>
          <a:xfrm>
            <a:off x="5599044" y="1219199"/>
            <a:ext cx="26106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Paint Walls</a:t>
            </a:r>
          </a:p>
          <a:p>
            <a:pPr algn="ctr"/>
            <a:r>
              <a:rPr lang="en-US" dirty="0"/>
              <a:t>4 Days</a:t>
            </a:r>
          </a:p>
          <a:p>
            <a:pPr algn="ctr"/>
            <a:r>
              <a:rPr lang="en-US" dirty="0"/>
              <a:t>2 People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A9CD3-C7F4-4332-816D-CD79E99E026B}"/>
              </a:ext>
            </a:extLst>
          </p:cNvPr>
          <p:cNvSpPr/>
          <p:nvPr/>
        </p:nvSpPr>
        <p:spPr>
          <a:xfrm>
            <a:off x="8799444" y="1219199"/>
            <a:ext cx="26106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Replace Carpet</a:t>
            </a:r>
          </a:p>
          <a:p>
            <a:pPr algn="ctr"/>
            <a:r>
              <a:rPr lang="en-US" dirty="0"/>
              <a:t>4 Days</a:t>
            </a:r>
          </a:p>
          <a:p>
            <a:pPr algn="ctr"/>
            <a:r>
              <a:rPr lang="en-US" dirty="0"/>
              <a:t>2 People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C9E89D-6B42-43F1-B3AE-BDE9BC4F48E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009322" y="1676399"/>
            <a:ext cx="589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18480E-C81F-4369-A921-7B0614DC313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209722" y="1676399"/>
            <a:ext cx="589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F1CAC35-F439-464F-AC70-1FB8C23768CF}"/>
              </a:ext>
            </a:extLst>
          </p:cNvPr>
          <p:cNvSpPr/>
          <p:nvPr/>
        </p:nvSpPr>
        <p:spPr>
          <a:xfrm>
            <a:off x="2418519" y="2736574"/>
            <a:ext cx="1901687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Paint Ceiling</a:t>
            </a:r>
          </a:p>
          <a:p>
            <a:pPr algn="ctr"/>
            <a:r>
              <a:rPr lang="en-US" dirty="0"/>
              <a:t>3 Days</a:t>
            </a:r>
          </a:p>
          <a:p>
            <a:pPr algn="ctr"/>
            <a:r>
              <a:rPr lang="en-US" dirty="0"/>
              <a:t>4 People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2D8AE6-06D8-4339-A169-4C9E4E0E6110}"/>
              </a:ext>
            </a:extLst>
          </p:cNvPr>
          <p:cNvSpPr/>
          <p:nvPr/>
        </p:nvSpPr>
        <p:spPr>
          <a:xfrm>
            <a:off x="4890051" y="2736574"/>
            <a:ext cx="1901687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Paint Walls</a:t>
            </a:r>
          </a:p>
          <a:p>
            <a:pPr algn="ctr"/>
            <a:r>
              <a:rPr lang="en-US" dirty="0"/>
              <a:t>3 Days</a:t>
            </a:r>
          </a:p>
          <a:p>
            <a:pPr algn="ctr"/>
            <a:r>
              <a:rPr lang="en-US" dirty="0"/>
              <a:t>4 People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DAB33F-4DF6-49EE-AF25-8CBBE1A5189A}"/>
              </a:ext>
            </a:extLst>
          </p:cNvPr>
          <p:cNvSpPr/>
          <p:nvPr/>
        </p:nvSpPr>
        <p:spPr>
          <a:xfrm>
            <a:off x="7335081" y="2736574"/>
            <a:ext cx="1901687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Replace Carpet</a:t>
            </a:r>
          </a:p>
          <a:p>
            <a:pPr algn="ctr"/>
            <a:r>
              <a:rPr lang="en-US" dirty="0"/>
              <a:t>3 Days</a:t>
            </a:r>
          </a:p>
          <a:p>
            <a:pPr algn="ctr"/>
            <a:r>
              <a:rPr lang="en-US" dirty="0"/>
              <a:t>4 People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321B66-B6CD-4D9E-96D3-42CE38F821C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4320206" y="3193774"/>
            <a:ext cx="569845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6104C-2D3E-4AD6-8B98-B29A18847CB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791738" y="3193774"/>
            <a:ext cx="543343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802DB97-23F4-4077-A821-9B2FD61FB220}"/>
              </a:ext>
            </a:extLst>
          </p:cNvPr>
          <p:cNvSpPr/>
          <p:nvPr/>
        </p:nvSpPr>
        <p:spPr>
          <a:xfrm>
            <a:off x="2405271" y="4234071"/>
            <a:ext cx="2610678" cy="9144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Paint Ceiling</a:t>
            </a:r>
          </a:p>
          <a:p>
            <a:pPr algn="ctr"/>
            <a:r>
              <a:rPr lang="en-US" dirty="0"/>
              <a:t>4 Days</a:t>
            </a:r>
          </a:p>
          <a:p>
            <a:pPr algn="ctr"/>
            <a:r>
              <a:rPr lang="en-US" dirty="0"/>
              <a:t>2 People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00E817-B8CB-4324-8EB0-79AA41B60FA9}"/>
              </a:ext>
            </a:extLst>
          </p:cNvPr>
          <p:cNvSpPr/>
          <p:nvPr/>
        </p:nvSpPr>
        <p:spPr>
          <a:xfrm>
            <a:off x="2398644" y="5546036"/>
            <a:ext cx="2610678" cy="9144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Paint Walls</a:t>
            </a:r>
          </a:p>
          <a:p>
            <a:pPr algn="ctr"/>
            <a:r>
              <a:rPr lang="en-US" dirty="0"/>
              <a:t>4 Days</a:t>
            </a:r>
          </a:p>
          <a:p>
            <a:pPr algn="ctr"/>
            <a:r>
              <a:rPr lang="en-US" dirty="0"/>
              <a:t>2 People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ED7DAF-7E3C-4DE8-805D-7CAE186E1548}"/>
              </a:ext>
            </a:extLst>
          </p:cNvPr>
          <p:cNvSpPr/>
          <p:nvPr/>
        </p:nvSpPr>
        <p:spPr>
          <a:xfrm>
            <a:off x="5599044" y="4929801"/>
            <a:ext cx="2610678" cy="9144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Replace Carpet</a:t>
            </a:r>
          </a:p>
          <a:p>
            <a:pPr algn="ctr"/>
            <a:r>
              <a:rPr lang="en-US" dirty="0"/>
              <a:t>4 Days</a:t>
            </a:r>
          </a:p>
          <a:p>
            <a:pPr algn="ctr"/>
            <a:r>
              <a:rPr lang="en-US" dirty="0"/>
              <a:t>2 People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68086D1-C1AD-403D-9222-8D2978FA5C50}"/>
              </a:ext>
            </a:extLst>
          </p:cNvPr>
          <p:cNvCxnSpPr>
            <a:stCxn id="30" idx="3"/>
            <a:endCxn id="32" idx="1"/>
          </p:cNvCxnSpPr>
          <p:nvPr/>
        </p:nvCxnSpPr>
        <p:spPr>
          <a:xfrm>
            <a:off x="5015949" y="4691271"/>
            <a:ext cx="583095" cy="69573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0A5AB30-5E21-4090-B778-662292A5743F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 flipV="1">
            <a:off x="5009322" y="5387001"/>
            <a:ext cx="589722" cy="61623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2936558-DD57-4365-9A09-19D65E86CBD9}"/>
              </a:ext>
            </a:extLst>
          </p:cNvPr>
          <p:cNvSpPr txBox="1"/>
          <p:nvPr/>
        </p:nvSpPr>
        <p:spPr>
          <a:xfrm>
            <a:off x="490331" y="1219199"/>
            <a:ext cx="18149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 1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 Schedule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Days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2899E4-3BFE-43E2-98E5-09AC4DA94F81}"/>
              </a:ext>
            </a:extLst>
          </p:cNvPr>
          <p:cNvSpPr txBox="1"/>
          <p:nvPr/>
        </p:nvSpPr>
        <p:spPr>
          <a:xfrm>
            <a:off x="480049" y="2727644"/>
            <a:ext cx="1734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 2</a:t>
            </a:r>
          </a:p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Crashing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 Days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AA5A8-6531-4F4F-AD3A-FF9BA1C7E642}"/>
              </a:ext>
            </a:extLst>
          </p:cNvPr>
          <p:cNvSpPr txBox="1"/>
          <p:nvPr/>
        </p:nvSpPr>
        <p:spPr>
          <a:xfrm>
            <a:off x="437400" y="4771788"/>
            <a:ext cx="17760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 2</a:t>
            </a:r>
          </a:p>
          <a:p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Fast-tracking</a:t>
            </a:r>
          </a:p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Days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B55955-989B-4E63-84FA-26C7B6CBBA3C}"/>
              </a:ext>
            </a:extLst>
          </p:cNvPr>
          <p:cNvSpPr txBox="1"/>
          <p:nvPr/>
        </p:nvSpPr>
        <p:spPr>
          <a:xfrm>
            <a:off x="11355143" y="1386803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24 </a:t>
            </a:r>
          </a:p>
          <a:p>
            <a:pPr algn="ctr"/>
            <a:r>
              <a:rPr lang="en-US" dirty="0"/>
              <a:t>Days 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5895A-F38F-4B7F-8730-6588CCBB67C4}"/>
              </a:ext>
            </a:extLst>
          </p:cNvPr>
          <p:cNvSpPr txBox="1"/>
          <p:nvPr/>
        </p:nvSpPr>
        <p:spPr>
          <a:xfrm>
            <a:off x="8164743" y="5091874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24 </a:t>
            </a:r>
          </a:p>
          <a:p>
            <a:pPr algn="ctr"/>
            <a:r>
              <a:rPr lang="en-US" dirty="0"/>
              <a:t>Days $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D9509-76E1-4F24-86FC-8BA36E2734F7}"/>
              </a:ext>
            </a:extLst>
          </p:cNvPr>
          <p:cNvSpPr txBox="1"/>
          <p:nvPr/>
        </p:nvSpPr>
        <p:spPr>
          <a:xfrm>
            <a:off x="9181789" y="2866143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36</a:t>
            </a:r>
          </a:p>
          <a:p>
            <a:pPr algn="ctr"/>
            <a:r>
              <a:rPr lang="en-US" dirty="0"/>
              <a:t>Days 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92074-595E-4905-9D37-AC833CBAB740}"/>
              </a:ext>
            </a:extLst>
          </p:cNvPr>
          <p:cNvSpPr txBox="1"/>
          <p:nvPr/>
        </p:nvSpPr>
        <p:spPr>
          <a:xfrm>
            <a:off x="2941073" y="291802"/>
            <a:ext cx="6621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Schedule Compression Techniques</a:t>
            </a:r>
          </a:p>
        </p:txBody>
      </p:sp>
    </p:spTree>
    <p:extLst>
      <p:ext uri="{BB962C8B-B14F-4D97-AF65-F5344CB8AC3E}">
        <p14:creationId xmlns:p14="http://schemas.microsoft.com/office/powerpoint/2010/main" val="242530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30" grpId="0" animBg="1"/>
      <p:bldP spid="31" grpId="0" animBg="1"/>
      <p:bldP spid="32" grpId="0" animBg="1"/>
      <p:bldP spid="40" grpId="0"/>
      <p:bldP spid="41" grpId="0"/>
      <p:bldP spid="23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236</Words>
  <Application>Microsoft Office PowerPoint</Application>
  <PresentationFormat>Widescreen</PresentationFormat>
  <Paragraphs>142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12</cp:revision>
  <dcterms:created xsi:type="dcterms:W3CDTF">2019-10-01T14:10:03Z</dcterms:created>
  <dcterms:modified xsi:type="dcterms:W3CDTF">2020-02-05T15:23:26Z</dcterms:modified>
</cp:coreProperties>
</file>
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51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41C63-B048-4D2C-80E1-93D95C41F8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60072C-9C1B-4557-823E-5FCF90AC4D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8474E-EED7-450F-842E-B77BF2482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01B0D-F4E8-4C92-A43B-03288FE68234}" type="datetimeFigureOut">
              <a:rPr lang="en-US" smtClean="0"/>
              <a:t>5/19/2021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8319B-EDCE-4CCC-89FF-FE6208E5F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6D6157-1FF4-4ADD-A85F-54061102F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0ABEF-158F-4CB7-8106-3DE863B39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071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FC5B4-BFBB-4345-9447-C2B5324F2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D7603-B92B-4810-B8AC-B5D265B7A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2FD21-3B33-419D-ADD7-AC6C8CE23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01B0D-F4E8-4C92-A43B-03288FE68234}" type="datetimeFigureOut">
              <a:rPr lang="en-US" smtClean="0"/>
              <a:t>5/19/2021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DF3173-4ECB-4B0D-A8C1-B34B69C02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E019FC-0AC3-44F8-8503-C8172AD6B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0ABEF-158F-4CB7-8106-3DE863B39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526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5C070-003E-4567-9456-E7FA39D09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94EE9-5CCA-46F8-84D1-454D1E3617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E3A78-2004-4808-A446-B3DDF9C3A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01B0D-F4E8-4C92-A43B-03288FE68234}" type="datetimeFigureOut">
              <a:rPr lang="en-US" smtClean="0"/>
              <a:t>5/19/2021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CCC217-89DB-4428-8466-2C593A98A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8C353-2038-4461-87DA-75A9CC83C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0ABEF-158F-4CB7-8106-3DE863B39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645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44F60-B51F-4EE4-8395-7D8791262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36CED-C626-444A-81E6-4A69BAC4EC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0872DC-1D12-4208-A776-BAC8E45428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912857-843E-46CC-B523-FBFB0998D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01B0D-F4E8-4C92-A43B-03288FE68234}" type="datetimeFigureOut">
              <a:rPr lang="en-US" smtClean="0"/>
              <a:t>5/19/2021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2CDF8B-E88B-40ED-AAD1-BE02FA4EE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2F9C20-2347-49C7-ADDD-B6B219DBD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0ABEF-158F-4CB7-8106-3DE863B39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990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C800F-3163-4A5F-9EC9-D4F79AD1C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356BAC-59E7-4751-AD98-FAD27875E9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9F1D98-8FD5-42D3-A6A5-82232810EE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A2B612-3BDD-44D7-8F98-58306DB3BA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E30915-EB70-460C-8688-8AF5D04810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BD02D1-4FBD-49B0-BBE7-22402A00E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01B0D-F4E8-4C92-A43B-03288FE68234}" type="datetimeFigureOut">
              <a:rPr lang="en-US" smtClean="0"/>
              <a:t>5/19/2021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CA280A-DDD7-4929-BA67-9EE880811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75E542-1AD1-4705-995C-86E3F2ACA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0ABEF-158F-4CB7-8106-3DE863B39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546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4B864-02C1-4900-8C5E-71F139474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90C29E-2713-419B-8413-5E62AD26D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01B0D-F4E8-4C92-A43B-03288FE68234}" type="datetimeFigureOut">
              <a:rPr lang="en-US" smtClean="0"/>
              <a:t>5/19/2021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0E5A68-3CED-4BCE-934D-2034B25DA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9E363B-33DC-42EE-B204-C75C3D7A4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0ABEF-158F-4CB7-8106-3DE863B39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17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21B55D-BE51-49E8-A3FB-E1AC476EB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01B0D-F4E8-4C92-A43B-03288FE68234}" type="datetimeFigureOut">
              <a:rPr lang="en-US" smtClean="0"/>
              <a:t>5/19/2021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F718A4-AD17-4B5F-8A0C-A29CB3049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1DAF40-AC34-4438-9E16-5E6E48C02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0ABEF-158F-4CB7-8106-3DE863B39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253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3FC5E-D699-47B2-BE16-071A45967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6C437-E8FE-4D9F-9241-B842D95DC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9B19CB-F0DA-49B6-B3DA-D74D05F91C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BB563A-8A2C-4343-88FA-BC28160FD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01B0D-F4E8-4C92-A43B-03288FE68234}" type="datetimeFigureOut">
              <a:rPr lang="en-US" smtClean="0"/>
              <a:t>5/19/2021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004049-A16C-4771-9470-D587D3970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FFD0F-A6A5-418A-A809-031B31998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0ABEF-158F-4CB7-8106-3DE863B39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866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AF040-B5F5-4439-B52B-48768A8C6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09898B-523B-45B7-8019-EDFBD6B619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7F559F-A1A7-4A18-B053-18514E93F5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961E6E-9D79-4CC7-892E-A1B20694B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01B0D-F4E8-4C92-A43B-03288FE68234}" type="datetimeFigureOut">
              <a:rPr lang="en-US" smtClean="0"/>
              <a:t>5/19/2021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7D5184-45AF-4A55-87FB-690F27394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C1FCC3-2941-4BCB-960F-E64AE5A8D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0ABEF-158F-4CB7-8106-3DE863B39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085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16F4B-516C-456A-8800-F9DA5CA96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BD8664-BB68-4D9C-959D-9FEB08EFC2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A70D33-6180-4F94-8E34-2E90A866A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01B0D-F4E8-4C92-A43B-03288FE68234}" type="datetimeFigureOut">
              <a:rPr lang="en-US" smtClean="0"/>
              <a:t>5/19/2021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8C8C15-E352-4914-B547-36EDCF64D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72703A-34A9-4F4C-86FE-F2A78BA9F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0ABEF-158F-4CB7-8106-3DE863B39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641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F5FF33-B9B9-4B35-8C85-E92F67631C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AB4491-B661-4BFC-9114-9710AD6559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8B8A0-9A16-4782-A4FF-17D3ECFBA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01B0D-F4E8-4C92-A43B-03288FE68234}" type="datetimeFigureOut">
              <a:rPr lang="en-US" smtClean="0"/>
              <a:t>5/19/2021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57456-6F81-42A8-BDBB-75D608FC2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555FE4-6B93-4072-9269-C177AE5C9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0ABEF-158F-4CB7-8106-3DE863B39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936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2F4401-C989-4607-80A7-469EC0338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21B557-9C63-4B2F-A225-FA82CFC8B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4714D-8C96-4694-823A-E59AA0B395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101B0D-F4E8-4C92-A43B-03288FE68234}" type="datetimeFigureOut">
              <a:rPr lang="en-US" smtClean="0"/>
              <a:t>5/19/2021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42B8CE-5C97-4485-B8E9-B72549F138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728622-48C6-469D-A2E7-297CD3157B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20ABEF-158F-4CB7-8106-3DE863B39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486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9D1CFAE-59FF-4A18-ADA2-A8A7915E7339}"/>
              </a:ext>
            </a:extLst>
          </p:cNvPr>
          <p:cNvSpPr txBox="1">
            <a:spLocks/>
          </p:cNvSpPr>
          <p:nvPr/>
        </p:nvSpPr>
        <p:spPr>
          <a:xfrm>
            <a:off x="314325" y="1016001"/>
            <a:ext cx="11558588" cy="5539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/>
              <a:t>Net Present Value Question</a:t>
            </a:r>
          </a:p>
          <a:p>
            <a:pPr algn="l"/>
            <a:r>
              <a:rPr lang="en-US" dirty="0"/>
              <a:t>A proposed project costs $60,000 today. This potential project will provide $70,000 in value 3 years from now.  However, all approved projects must have an interest rate of </a:t>
            </a:r>
            <a:r>
              <a:rPr lang="en-US"/>
              <a:t>at least </a:t>
            </a:r>
            <a:r>
              <a:rPr lang="en-US" dirty="0"/>
              <a:t>8%.  Based on the criteria above, should you do the project?</a:t>
            </a:r>
          </a:p>
          <a:p>
            <a:pPr algn="l"/>
            <a:r>
              <a:rPr lang="en-US" dirty="0"/>
              <a:t>PV = FV / (1+i)</a:t>
            </a:r>
            <a:r>
              <a:rPr lang="en-US" baseline="30000" dirty="0"/>
              <a:t>n</a:t>
            </a:r>
          </a:p>
          <a:p>
            <a:pPr lvl="1" algn="l"/>
            <a:r>
              <a:rPr lang="en-US" dirty="0"/>
              <a:t>Answer Part 1: = Calculate PRESENT VALUE of future cash flow: $70,000/(1.08*1.08*1.08) = $55,555</a:t>
            </a:r>
          </a:p>
          <a:p>
            <a:pPr lvl="1" algn="l"/>
            <a:r>
              <a:rPr lang="en-US" dirty="0"/>
              <a:t>Answer Part 2: Calculate NET PRESENT VALUE: $55,555 - $60,000 = </a:t>
            </a:r>
            <a:r>
              <a:rPr lang="en-US" dirty="0">
                <a:solidFill>
                  <a:srgbClr val="FF0000"/>
                </a:solidFill>
              </a:rPr>
              <a:t>(4,445)</a:t>
            </a:r>
          </a:p>
          <a:p>
            <a:pPr lvl="1" algn="l"/>
            <a:r>
              <a:rPr lang="en-US" dirty="0"/>
              <a:t>Answer Part 3: YOU SHOULD NOT DO THE PROJECT! After backing out 8% for 3 years, the project loses $4,445.</a:t>
            </a:r>
          </a:p>
          <a:p>
            <a:pPr algn="l"/>
            <a:r>
              <a:rPr lang="en-US" dirty="0"/>
              <a:t>IRR: Interest rate where NET PRESENT VALUE is equal to ZERO (5.273% for above question)</a:t>
            </a:r>
          </a:p>
          <a:p>
            <a:pPr lvl="1" algn="l"/>
            <a:r>
              <a:rPr lang="en-US" dirty="0"/>
              <a:t>Answer Part 1: = $70,000/(1.05273*1.05273*1.05273) = $60,000</a:t>
            </a:r>
          </a:p>
          <a:p>
            <a:pPr lvl="1" algn="l"/>
            <a:r>
              <a:rPr lang="en-US" dirty="0"/>
              <a:t>Answer Part 2: $60,000 - $60,000 = ZERO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8303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432</TotalTime>
  <Words>171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Ikona</dc:creator>
  <cp:lastModifiedBy>Michael Ikona</cp:lastModifiedBy>
  <cp:revision>12</cp:revision>
  <dcterms:created xsi:type="dcterms:W3CDTF">2021-02-16T02:31:04Z</dcterms:created>
  <dcterms:modified xsi:type="dcterms:W3CDTF">2021-05-19T15:14:57Z</dcterms:modified>
</cp:coreProperties>
</file>